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07afa75-f1ba-3bee-68a3-7da85ae0cbd1}">
          <p14:sldIdLst>
            <p14:sldId id="256"/>
          </p14:sldIdLst>
        </p14:section>
        <p14:section name="Idea" id="{f196eda6-71c4-4190-7a94-a0764fae6110}">
          <p14:sldIdLst>
            <p14:sldId id="257"/>
            <p14:sldId id="258"/>
            <p14:sldId id="259"/>
          </p14:sldIdLst>
        </p14:section>
        <p14:section name="Ways" id="{3753c4a9-5ab9-8ad1-0e92-6ee9a6f52da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hoose" id="{7c18b67c-0037-9e32-21cc-9ad8bf8dd33d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families. Learn the family first, then the ways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16 ways are just different combinations of address and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Listed, not listed and guessable: none of these protects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Hiding is a switch for everyone; login checks decide per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Picture: a vending machine. The list shows buttons; the snack is made only when pressed.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runs on every read, not when the list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 appear in the templates list, not the resources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Picture: pre-packed lunch boxes on a shelf.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have a fixed address; they differ in where content comes from and when it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Hide is a switch for everyone; use login checks for per-user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question-by-question chooser is in section 8 of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Wildcard check: confirm the final path stays inside your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3  |  VERSION B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Resources, Simply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to define a resource: 16 ways, 3 families</a:t>
            </a:r>
            <a:endParaRPr lang="en-US" sz="2200" dirty="0"/>
          </a:p>
        </p:txBody>
      </p:sp>
      <p:sp>
        <p:nvSpPr>
          <p:cNvPr id="5" name="family 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</a:t>
            </a:r>
            <a:endParaRPr lang="en-US" sz="1500" dirty="0"/>
          </a:p>
        </p:txBody>
      </p:sp>
      <p:sp>
        <p:nvSpPr>
          <p:cNvPr id="7" name="family 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box</a:t>
            </a:r>
            <a:endParaRPr lang="en-US" sz="1500" dirty="0"/>
          </a:p>
        </p:txBody>
      </p:sp>
      <p:sp>
        <p:nvSpPr>
          <p:cNvPr id="9" name="family 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combine, hide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resource = address + source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address"/>
          <p:cNvSpPr/>
          <p:nvPr/>
        </p:nvSpPr>
        <p:spPr>
          <a:xfrm>
            <a:off x="731520" y="155448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employee://E101/profile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(URI)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on the door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4572000" y="2560320"/>
            <a:ext cx="457200" cy="36576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5120640" y="12344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source"/>
          <p:cNvSpPr/>
          <p:nvPr/>
        </p:nvSpPr>
        <p:spPr>
          <a:xfrm>
            <a:off x="5394960" y="15544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</p:txBody>
      </p:sp>
      <p:sp>
        <p:nvSpPr>
          <p:cNvPr id="12" name="source"/>
          <p:cNvSpPr/>
          <p:nvPr/>
        </p:nvSpPr>
        <p:spPr>
          <a:xfrm>
            <a:off x="6949440" y="15544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4" name="source"/>
          <p:cNvSpPr/>
          <p:nvPr/>
        </p:nvSpPr>
        <p:spPr>
          <a:xfrm>
            <a:off x="539496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400" dirty="0"/>
          </a:p>
        </p:txBody>
      </p:sp>
      <p:sp>
        <p:nvSpPr>
          <p:cNvPr id="16" name="source"/>
          <p:cNvSpPr/>
          <p:nvPr/>
        </p:nvSpPr>
        <p:spPr>
          <a:xfrm>
            <a:off x="694944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behind the door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common questions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URI a website link?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NO, not always.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label you invent. Only HttpResource uses a real web link, and the client never sees it.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use it?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anyone connected.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not a password. Never store secrets. Protect with checks or hide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Listed, hidden, protected</a:t>
            </a:r>
            <a:endParaRPr lang="en-US" sz="3000" dirty="0"/>
          </a:p>
        </p:txBody>
      </p:sp>
      <p:sp>
        <p:nvSpPr>
          <p:cNvPr id="3" name="level"/>
          <p:cNvSpPr/>
          <p:nvPr/>
        </p:nvSpPr>
        <p:spPr>
          <a:xfrm>
            <a:off x="457200" y="123444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234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protected</a:t>
            </a:r>
            <a:endParaRPr lang="en-US" sz="1500" dirty="0"/>
          </a:p>
        </p:txBody>
      </p:sp>
      <p:sp>
        <p:nvSpPr>
          <p:cNvPr id="7" name="level"/>
          <p:cNvSpPr/>
          <p:nvPr/>
        </p:nvSpPr>
        <p:spPr>
          <a:xfrm>
            <a:off x="457200" y="210312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listed (template)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03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pattern is shown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031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protected</a:t>
            </a:r>
            <a:endParaRPr lang="en-US" sz="1500" dirty="0"/>
          </a:p>
        </p:txBody>
      </p:sp>
      <p:sp>
        <p:nvSpPr>
          <p:cNvPr id="11" name="level"/>
          <p:cNvSpPr/>
          <p:nvPr/>
        </p:nvSpPr>
        <p:spPr>
          <a:xfrm>
            <a:off x="457200" y="297180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(disabled)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71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for everyone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718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</a:t>
            </a:r>
            <a:endParaRPr lang="en-US" sz="1500" dirty="0"/>
          </a:p>
        </p:txBody>
      </p:sp>
      <p:sp>
        <p:nvSpPr>
          <p:cNvPr id="15" name="level"/>
          <p:cNvSpPr/>
          <p:nvPr/>
        </p:nvSpPr>
        <p:spPr>
          <a:xfrm>
            <a:off x="457200" y="384048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04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(login)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8404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users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40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protected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A: write a function (ways 1-7)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address, same content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800600" y="132588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address, changing content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0116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594360" y="214884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blank: employee://{id}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0116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800600" y="214884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blanks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report://{year}/{month}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28346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594360" y="29718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docs://{path*} with safety check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4663440" y="28346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4800600" y="29718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search://{topic}{?limit,lang}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57200" y="36576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594360" y="379476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8872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dict, bytes, several parts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dynamic: same shape, different answer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@mcp.resource("config://app/settings")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settings() -&gt; dict: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{"version": "2.4.0"}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1: static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every read</a:t>
            </a:r>
            <a:endParaRPr lang="en-US" sz="1300" dirty="0"/>
          </a:p>
        </p:txBody>
      </p:sp>
      <p:sp>
        <p:nvSpPr>
          <p:cNvPr id="7" name="code panel"/>
          <p:cNvSpPr/>
          <p:nvPr/>
        </p:nvSpPr>
        <p:spPr>
          <a:xfrm>
            <a:off x="466344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@mcp.resource("status://clock")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clock() -&gt; dict: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{"utc_time": now()}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2: dynamic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...T02:56:35 then ...T02:56:37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only means the ADDRESS is fixed.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Templates: an address with blanks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@mcp.resource("employee://{emp_id}/profile")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employee(emp_id: str) -&gt; dict: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emp_id not in EMPLOYEES: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ValueError("Unknown employee")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emp_id, "name": ...}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reads employee://E102/profile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receives emp_id = "E102"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name = parameter name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lists the PATTERN, not 10,000 items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blank value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{?limit,lang} adds settings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B: ready-made boxes (ways 8-13)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TextResource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stored once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FileResource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re-read each time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PDF / bytes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DirectoryResource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file names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24612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HttpResource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from a website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03504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FunctionResource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 a box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mcp.add_resource(...). No decorator, no function body.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text vs file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Static function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TextResource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FileResource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You write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 function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the text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 file path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Content made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every read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once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every read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Can change?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yes, if file edited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computed data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fixed notices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publish a file as is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a file directly = FileResource: publish one exact file, write no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C: add, combine, hide (ways 14-16)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runtime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325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creates note://hello while the server runs, then sends list_changed.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23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a finance server in: budget://summary becomes budget://finance/summary.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520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it and disable the tag: not listed, and reading fails.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I use?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existing file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2468880" y="143560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0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FileResource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text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6675120" y="143560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TextResource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similar items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2468880" y="230428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every read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6675120" y="230428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2057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function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or API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2468880" y="317296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036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HttpResource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file list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6675120" y="317296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DirectoryResource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or PDF</a:t>
            </a:r>
            <a:endParaRPr lang="en-US" sz="1300" dirty="0"/>
          </a:p>
        </p:txBody>
      </p:sp>
      <p:sp>
        <p:nvSpPr>
          <p:cNvPr id="29" name="arrow"/>
          <p:cNvSpPr/>
          <p:nvPr/>
        </p:nvSpPr>
        <p:spPr>
          <a:xfrm>
            <a:off x="2468880" y="404164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036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computing</a:t>
            </a:r>
            <a:endParaRPr lang="en-US" sz="1300" dirty="0"/>
          </a:p>
        </p:txBody>
      </p:sp>
      <p:sp>
        <p:nvSpPr>
          <p:cNvPr id="33" name="arrow"/>
          <p:cNvSpPr/>
          <p:nvPr/>
        </p:nvSpPr>
        <p:spPr>
          <a:xfrm>
            <a:off x="6675120" y="4041648"/>
            <a:ext cx="32004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660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function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safety rules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 not a password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resources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blank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wildcards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minimum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with login checks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data, not commands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31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files small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01_all_resource_types_server.py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ways in one server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02_all_resource_types_client.py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way and prints the result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weather://{city}{?unit}, edit a file, hide a resource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Resources B">
  <a:themeElements>
    <a:clrScheme name="MCP Resources B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Resources 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Resources B: Simple Slides</dc:title>
  <dc:subject>PptxGenJS Presentation</dc:subject>
  <dc:creator>MCP Mentoring Path</dc:creator>
  <cp:lastModifiedBy>MCP Mentoring Path</cp:lastModifiedBy>
  <cp:revision>1</cp:revision>
  <dcterms:created xsi:type="dcterms:W3CDTF">2026-10-05T02:59:09Z</dcterms:created>
  <dcterms:modified xsi:type="dcterms:W3CDTF">2026-10-05T02:59:09Z</dcterms:modified>
</cp:coreProperties>
</file>